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ophiayang/Documents/New project 4/outputs/manual-mistral-workflow/presentations/mistral-workflow/output/mistral-workflow-quickstart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ophiayang/Documents/New project 4/outputs/manual-mistral-workflow/presentations/mistral-workflow/output/mistral-workflow-quickstart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ophiayang/Documents/New project 4/outputs/manual-mistral-workflow/presentations/mistral-workflow/output/mistral-workflow-quickstart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ophiayang/Documents/New project 4/outputs/manual-mistral-workflow/presentations/mistral-workflow/output/mistral-workflow-quickstart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ophiayang/Documents/New project 4/outputs/manual-mistral-workflow/presentations/mistral-workflow/output/mistral-workflow-quickstart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ophiayang/Documents/New project 4/outputs/manual-mistral-workflow/presentations/mistral-workflow/output/mistral-workflow-quickstart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ophiayang/Documents/New project 4/outputs/manual-mistral-workflow/presentations/mistral-workflow/output/mistral-workflow-quickstart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ophiayang/Documents/New project 4/outputs/manual-mistral-workflow/presentations/mistral-workflow/output/mistral-workflow-quickstart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ophiayang/Documents/New project 4/outputs/manual-mistral-workflow/presentations/mistral-workflow/output/mistral-workflow-quickstart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Mistral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a durable AI workflow</dc:title>
  <dc:subject>Mistral Workflows quickstart</dc:subject>
  <dc:creator>OpenAI Codex</dc:creator>
  <cp:lastModifiedBy>OpenAI Codex</cp:lastModifiedBy>
  <cp:revision>1</cp:revision>
  <dcterms:created xsi:type="dcterms:W3CDTF">2026-05-19T19:42:59Z</dcterms:created>
  <dcterms:modified xsi:type="dcterms:W3CDTF">2026-05-19T19:42:59Z</dcterms:modified>
</cp:coreProperties>
</file>